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50240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5" d="100"/>
          <a:sy n="65" d="100"/>
        </p:scale>
        <p:origin x="24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FAA9F0-F108-45A0-85BE-796D6B2E7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EAA9813-8BC2-4DB6-A365-235DEB01B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2473AB-2932-4167-9D78-2B5BAB906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1B37-0D08-46B2-8D7E-7198F0D0DD43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C4D807-21ED-4DD2-B4E7-DC512AA6E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F2B319-6319-48AA-969E-5E93B21C0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5BB53-5F73-4639-A568-AF588668A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976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F6B68-8275-4A39-BBC4-22D249839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360F56-7E35-49BB-984F-31E25E213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15BA16-E47C-4298-8031-C787CFD4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1B37-0D08-46B2-8D7E-7198F0D0DD43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40204D-640F-4BD6-A311-C1B3FD2AB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FBEDBE-445A-4A69-A543-66C2E8EEA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5BB53-5F73-4639-A568-AF588668A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34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588F71-43F9-4166-8EE0-EA202B803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9342C5-F469-4452-851D-B259F3BF7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883249-74EA-43A0-A73F-B83B8DBD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1B37-0D08-46B2-8D7E-7198F0D0DD43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1A8560-8CB6-488B-820A-86FFB6C4E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456A02-22AF-4E1E-90C1-55390732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5BB53-5F73-4639-A568-AF588668A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117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3A5ACB-8ED8-41E0-95B8-C3705A107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7AF0F2-92CB-4EE0-ACFE-6B6BED816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F2A52C-06F1-4CA4-88CD-F6835E61D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C34562-BEF2-4421-A7D9-C36D25F02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1B37-0D08-46B2-8D7E-7198F0D0DD43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AFEA47-59C9-4720-B484-1A72308FA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695E66-B715-409E-A958-86E71AEEC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5BB53-5F73-4639-A568-AF588668A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203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95DCFF-7039-4189-8AF5-1C5FE1293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1CCD52-72BB-485B-A675-5374CD05A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23B336-3954-41B1-A793-1E360D891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96D7D9C-8E16-4B95-A888-89CBA77EA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3FA1402-C74A-410E-A57E-B9BCBD582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D307E9F-C386-41D8-BEE4-34E5E5388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1B37-0D08-46B2-8D7E-7198F0D0DD43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267DB04-E5B8-4692-9E5F-BF7A228C5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4E4EF0-395B-4D40-A028-4339C8491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5BB53-5F73-4639-A568-AF588668A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223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B6E479-E23A-4EEA-85FB-8901C14FE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6B3137-81C8-44D6-B63D-9F627BF23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1B37-0D08-46B2-8D7E-7198F0D0DD43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B6BA24-6BC1-4707-AD6F-BC52101EB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049D7B-E648-4786-8B37-41E0B7654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5BB53-5F73-4639-A568-AF588668A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09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4AC27C-9EB5-4C74-A6F1-E1AE80657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1B37-0D08-46B2-8D7E-7198F0D0DD43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2106AF-AF0B-475B-A28E-BEA3EB922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A5FAA1-D401-41CF-98FE-C9DB3E70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5BB53-5F73-4639-A568-AF588668A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411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416B7-A29F-40FD-B335-300C7948D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CC9F36-2991-49E1-857D-5CDF12AFC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90EBBE-3A1D-47B1-991A-1DD019102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DE8985-1CDB-465F-BCE6-A9FC4C13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1B37-0D08-46B2-8D7E-7198F0D0DD43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B32198-A4FD-4ED9-B63D-CEA1D4CA7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3CCCCE-7E19-4ECB-A4BB-760D4F71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5BB53-5F73-4639-A568-AF588668A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902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55893-891E-4750-AD92-B1F8B598A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96F9B3-C149-418D-9E0A-67C345A23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FC6F98-F872-4C90-A682-CB29982BF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57A929-05F7-4840-AC99-E073B443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1B37-0D08-46B2-8D7E-7198F0D0DD43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D7BBD5-60B9-43A3-B01A-98F16969B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26C4DD-0203-43FF-ADF7-BDA092CDC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5BB53-5F73-4639-A568-AF588668A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874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687BE5-C1BC-427C-8C35-CB0A9593E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BCFD73-6ED0-4449-97F2-11BF6CE57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5974F7-BB3C-4F20-88B5-C51217849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1B37-0D08-46B2-8D7E-7198F0D0DD43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252B68-74B5-4835-8C64-1079137E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541CD9-1A56-40E1-86EE-F26B35909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5BB53-5F73-4639-A568-AF588668A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697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6D8E0CB-7AD4-4BF4-972A-9AAECF51B9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B42B3C-D76D-4E6D-9181-D82F76B21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71727F-EB8F-4763-8FA0-E938704BF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1B37-0D08-46B2-8D7E-7198F0D0DD43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6C2D4B-45EA-432D-BC36-6B7E753AF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1A3FC9-FEFF-4956-BF5E-2754DDFE8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5BB53-5F73-4639-A568-AF588668A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60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617E4B-32D2-4AB7-B45E-D001B4A0E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208F2B-0420-4993-8CB8-A0DDEB353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744E30-441F-4705-9BFD-8FE6281678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61B37-0D08-46B2-8D7E-7198F0D0DD43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A512E0-7F4B-42D2-9D81-2E2B900394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20AC9A-EE38-4B86-99FB-A89DCF1DD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5BB53-5F73-4639-A568-AF588668A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761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AB7E367B-DFCE-44FA-B1E6-8055ACDDE66D}"/>
              </a:ext>
            </a:extLst>
          </p:cNvPr>
          <p:cNvGrpSpPr/>
          <p:nvPr/>
        </p:nvGrpSpPr>
        <p:grpSpPr>
          <a:xfrm>
            <a:off x="778475" y="741406"/>
            <a:ext cx="10252077" cy="5139630"/>
            <a:chOff x="778475" y="741406"/>
            <a:chExt cx="9168715" cy="389797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54C5D94-D763-402D-9E28-8A8A770C07D7}"/>
                </a:ext>
              </a:extLst>
            </p:cNvPr>
            <p:cNvSpPr/>
            <p:nvPr/>
          </p:nvSpPr>
          <p:spPr>
            <a:xfrm>
              <a:off x="778475" y="741406"/>
              <a:ext cx="1902941" cy="79083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VAL server</a:t>
              </a:r>
              <a:endParaRPr lang="zh-CN" altLang="en-US" sz="10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6888ED2-5D20-4F28-BC73-56BE0072BCE1}"/>
                </a:ext>
              </a:extLst>
            </p:cNvPr>
            <p:cNvSpPr/>
            <p:nvPr/>
          </p:nvSpPr>
          <p:spPr>
            <a:xfrm>
              <a:off x="3101545" y="741406"/>
              <a:ext cx="1902941" cy="79083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NRM server</a:t>
              </a:r>
              <a:endParaRPr lang="zh-CN" altLang="en-US" sz="10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B19791D-EA9E-41C7-98D9-61CE3B806A89}"/>
                </a:ext>
              </a:extLst>
            </p:cNvPr>
            <p:cNvSpPr/>
            <p:nvPr/>
          </p:nvSpPr>
          <p:spPr>
            <a:xfrm>
              <a:off x="5572897" y="741406"/>
              <a:ext cx="1902941" cy="79083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EPS </a:t>
              </a:r>
            </a:p>
            <a:p>
              <a:pPr algn="ctr"/>
              <a:r>
                <a:rPr lang="en-US" altLang="zh-CN" sz="10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(BM-SC)</a:t>
              </a:r>
              <a:endParaRPr lang="zh-CN" altLang="en-US" sz="10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12E9CDD-F61E-48AF-838F-24070D8ED407}"/>
                </a:ext>
              </a:extLst>
            </p:cNvPr>
            <p:cNvSpPr/>
            <p:nvPr/>
          </p:nvSpPr>
          <p:spPr>
            <a:xfrm>
              <a:off x="8044249" y="741406"/>
              <a:ext cx="1902941" cy="79083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VAL UE</a:t>
              </a:r>
              <a:endParaRPr lang="zh-CN" altLang="en-US" sz="10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2C4076A-008E-4515-8885-130F49B99891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>
              <a:off x="1729946" y="1532238"/>
              <a:ext cx="0" cy="31071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620D7143-0C1C-4817-8B73-6C0EC89E8194}"/>
                </a:ext>
              </a:extLst>
            </p:cNvPr>
            <p:cNvCxnSpPr>
              <a:cxnSpLocks/>
            </p:cNvCxnSpPr>
            <p:nvPr/>
          </p:nvCxnSpPr>
          <p:spPr>
            <a:xfrm>
              <a:off x="4053015" y="1532238"/>
              <a:ext cx="0" cy="31071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0C2DDC84-5B9F-4ED7-B9F9-3411AC515B63}"/>
                </a:ext>
              </a:extLst>
            </p:cNvPr>
            <p:cNvCxnSpPr>
              <a:cxnSpLocks/>
            </p:cNvCxnSpPr>
            <p:nvPr/>
          </p:nvCxnSpPr>
          <p:spPr>
            <a:xfrm>
              <a:off x="6603710" y="1532238"/>
              <a:ext cx="0" cy="31071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BEF0254-EA9F-4050-8936-D3BB2E028E7A}"/>
                </a:ext>
              </a:extLst>
            </p:cNvPr>
            <p:cNvCxnSpPr>
              <a:cxnSpLocks/>
            </p:cNvCxnSpPr>
            <p:nvPr/>
          </p:nvCxnSpPr>
          <p:spPr>
            <a:xfrm>
              <a:off x="9144779" y="1532238"/>
              <a:ext cx="0" cy="31071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1C36C038-89BE-407E-8BD8-A233B5E02B54}"/>
                </a:ext>
              </a:extLst>
            </p:cNvPr>
            <p:cNvCxnSpPr/>
            <p:nvPr/>
          </p:nvCxnSpPr>
          <p:spPr>
            <a:xfrm>
              <a:off x="4053015" y="2005761"/>
              <a:ext cx="255069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67576E-F336-441F-BB08-0EB407A1CEF2}"/>
                </a:ext>
              </a:extLst>
            </p:cNvPr>
            <p:cNvSpPr txBox="1"/>
            <p:nvPr/>
          </p:nvSpPr>
          <p:spPr>
            <a:xfrm>
              <a:off x="4296379" y="1749914"/>
              <a:ext cx="1795167" cy="1925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 Activate MBMS bearer request</a:t>
              </a:r>
              <a:endParaRPr lang="zh-CN" altLang="en-US" sz="105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F0201158-E473-4A2C-838A-42B3C96BE3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64330" y="2346547"/>
              <a:ext cx="255069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D74651B-7674-498D-9293-68D282FB425F}"/>
                </a:ext>
              </a:extLst>
            </p:cNvPr>
            <p:cNvSpPr txBox="1"/>
            <p:nvPr/>
          </p:nvSpPr>
          <p:spPr>
            <a:xfrm>
              <a:off x="4307694" y="2090700"/>
              <a:ext cx="1865413" cy="1925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n-US" altLang="zh-CN" sz="105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 </a:t>
              </a:r>
              <a:r>
                <a:rPr lang="en-US" altLang="zh-CN" sz="105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Activate MBMS bearer response</a:t>
              </a:r>
              <a:endParaRPr lang="zh-CN" altLang="en-US" sz="105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E9980EA-6C3F-491D-B3A6-37126C2DF208}"/>
                </a:ext>
              </a:extLst>
            </p:cNvPr>
            <p:cNvSpPr txBox="1"/>
            <p:nvPr/>
          </p:nvSpPr>
          <p:spPr>
            <a:xfrm>
              <a:off x="5726187" y="2583382"/>
              <a:ext cx="1777676" cy="437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3. MBMS session setup procedures and MBMS resources allocation in RAN</a:t>
              </a:r>
              <a:endParaRPr lang="zh-CN" altLang="en-US" sz="105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244F6330-CA65-4396-A7A5-904949EF15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64330" y="3506950"/>
              <a:ext cx="255069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5E6D6FF-0B9F-4D0B-B93D-F294C1B6A81E}"/>
                </a:ext>
              </a:extLst>
            </p:cNvPr>
            <p:cNvSpPr txBox="1"/>
            <p:nvPr/>
          </p:nvSpPr>
          <p:spPr>
            <a:xfrm>
              <a:off x="4307694" y="3251103"/>
              <a:ext cx="1914156" cy="1925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4a. MBMS bearer event notification</a:t>
              </a:r>
              <a:endParaRPr lang="zh-CN" altLang="en-US" sz="105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AC71FB9B-DCA0-48CD-AB71-AE70CDAA57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9946" y="3630060"/>
              <a:ext cx="233438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1164D84-C79B-4164-BBBA-05607A4B73C6}"/>
                </a:ext>
              </a:extLst>
            </p:cNvPr>
            <p:cNvSpPr txBox="1"/>
            <p:nvPr/>
          </p:nvSpPr>
          <p:spPr>
            <a:xfrm>
              <a:off x="1756999" y="3374213"/>
              <a:ext cx="1595894" cy="1925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46. User plane delivery mode</a:t>
              </a:r>
              <a:endParaRPr lang="zh-CN" altLang="en-US" sz="105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8199E18-CB1D-4408-A57B-48FA67A300CA}"/>
                </a:ext>
              </a:extLst>
            </p:cNvPr>
            <p:cNvSpPr txBox="1"/>
            <p:nvPr/>
          </p:nvSpPr>
          <p:spPr>
            <a:xfrm>
              <a:off x="1509413" y="3961219"/>
              <a:ext cx="7913718" cy="1925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5. VAL server starts to use the MBMS bearer</a:t>
              </a:r>
              <a:endParaRPr lang="zh-CN" altLang="en-US" sz="105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77A91C7-CDE5-46BF-97FE-5020A6C1A9B4}"/>
                </a:ext>
              </a:extLst>
            </p:cNvPr>
            <p:cNvSpPr txBox="1"/>
            <p:nvPr/>
          </p:nvSpPr>
          <p:spPr>
            <a:xfrm>
              <a:off x="1509413" y="4270379"/>
              <a:ext cx="7913718" cy="1925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6. NRM server decides to switch to unicast for VAL UEs in specific areas</a:t>
              </a:r>
              <a:endParaRPr lang="zh-CN" altLang="en-US" sz="105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0103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71</Words>
  <Application>Microsoft Office PowerPoint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Rev1</dc:creator>
  <cp:lastModifiedBy>Rev1</cp:lastModifiedBy>
  <cp:revision>5</cp:revision>
  <dcterms:created xsi:type="dcterms:W3CDTF">2024-11-20T22:22:26Z</dcterms:created>
  <dcterms:modified xsi:type="dcterms:W3CDTF">2024-11-20T23:17:00Z</dcterms:modified>
</cp:coreProperties>
</file>